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2286000"/>
            <a:ext cx="12188952" cy="0"/>
          </a:xfrm>
        </p:spPr>
        <p:txBody>
          <a:bodyPr/>
          <a:lstStyle/>
          <a:p>
            <a:pPr algn="ctr"/>
            <a:r>
              <a:t>Law Lecture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200400"/>
            <a:ext cx="12188952" cy="0"/>
          </a:xfrm>
        </p:spPr>
        <p:txBody>
          <a:bodyPr/>
          <a:lstStyle/>
          <a:p>
            <a:pPr algn="ctr"/>
            <a:r>
              <a:t>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760"/>
            <a:ext cx="12188952" cy="0"/>
          </a:xfrm>
        </p:spPr>
        <p:txBody>
          <a:bodyPr/>
          <a:lstStyle/>
          <a:p>
            <a:pPr algn="ctr"/>
            <a:r>
              <a:t>Key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lecturer will introduce equal protection rights and explain their origin.</a:t>
            </a:r>
          </a:p>
          <a:p>
            <a:pPr>
              <a:defRPr sz="1800"/>
            </a:pPr>
            <a:r>
              <a:t>The lecturer will discuss the meaning and rule of equal protection rights.</a:t>
            </a:r>
          </a:p>
          <a:p>
            <a:pPr>
              <a:defRPr sz="1800"/>
            </a:pPr>
            <a:r>
              <a:t>The lecturer will provide examples of equal protection rights and their applications.</a:t>
            </a:r>
          </a:p>
          <a:p>
            <a:pPr>
              <a:defRPr sz="1800"/>
            </a:pPr>
            <a:r>
              <a:t>The lecturer will compare the facts in the bar question with examples of equal protection rights.</a:t>
            </a:r>
          </a:p>
          <a:p>
            <a:pPr>
              <a:defRPr sz="1800"/>
            </a:pPr>
            <a:r>
              <a:t>The lecturer will make a decision about whether equal protection rights have been valid.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65760"/>
            <a:ext cx="12188952" cy="0"/>
          </a:xfrm>
        </p:spPr>
        <p:txBody>
          <a:bodyPr/>
          <a:lstStyle/>
          <a:p>
            <a:pPr algn="ctr"/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lecturer will discuss the origin and meaning of equal protection rights, provide examples of their application, and compare these examples with the facts in a bar question. The lecturer will then make a decision about whether equal protection rights have been valid based on these examples.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