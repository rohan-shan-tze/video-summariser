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Psychology Lecture: Introduction to Cognitive Biases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Cognitive Biases?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Systematic errors in thinking that affect decisions and judgements</a:t>
            </a:r>
          </a:p>
          <a:p>
            <a:pPr>
              <a:defRPr sz="1800"/>
            </a:pPr>
            <a:r>
              <a:t>Arise from mental shortcuts (heuristics) the brain uses to process information</a:t>
            </a:r>
          </a:p>
          <a:p>
            <a:pPr>
              <a:defRPr sz="1800"/>
            </a:pPr>
            <a:r>
              <a:t>Universal — affect everyone regardless of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Confirmation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Tendency to search for information that confirms existing beliefs</a:t>
            </a:r>
          </a:p>
          <a:p>
            <a:pPr>
              <a:defRPr sz="1800"/>
            </a:pPr>
            <a:r>
              <a:t>Leads to ignoring contradictory evidence</a:t>
            </a:r>
          </a:p>
          <a:p>
            <a:pPr>
              <a:defRPr sz="1800"/>
            </a:pPr>
            <a:r>
              <a:t>Common in politics, science, and everyday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Judging probability by how easily examples come to mind</a:t>
            </a:r>
          </a:p>
          <a:p>
            <a:pPr>
              <a:defRPr sz="1800"/>
            </a:pPr>
            <a:r>
              <a:t>Vivid or recent events feel more likely than statistics suggest</a:t>
            </a:r>
          </a:p>
          <a:p>
            <a:pPr>
              <a:defRPr sz="1800"/>
            </a:pPr>
            <a:r>
              <a:t>Example: overestimating plane crash risk after seeing news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Anchoring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First piece of information seen disproportionately influences judgement</a:t>
            </a:r>
          </a:p>
          <a:p>
            <a:pPr>
              <a:defRPr sz="1800"/>
            </a:pPr>
            <a:r>
              <a:t>Used heavily in negotiation and pricing strategies</a:t>
            </a:r>
          </a:p>
          <a:p>
            <a:pPr>
              <a:defRPr sz="1800"/>
            </a:pPr>
            <a:r>
              <a:t>Hard to overcome even when we know about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