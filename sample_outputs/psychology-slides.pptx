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0" y="2286000"/>
            <a:ext cx="12188952" cy="0"/>
          </a:xfrm>
        </p:spPr>
        <p:txBody>
          <a:bodyPr/>
          <a:lstStyle/>
          <a:p>
            <a:pPr algn="ctr"/>
            <a:r>
              <a:t>Psychology Lecture</a:t>
            </a:r>
          </a:p>
        </p:txBody>
      </p:sp>
      <p:sp>
        <p:nvSpPr>
          <p:cNvPr id="3" name="Subtitle 2"/>
          <p:cNvSpPr>
            <a:spLocks noGrp="1"/>
          </p:cNvSpPr>
          <p:nvPr>
            <p:ph type="subTitle" idx="1"/>
          </p:nvPr>
        </p:nvSpPr>
        <p:spPr>
          <a:xfrm>
            <a:off x="0" y="3200400"/>
            <a:ext cx="12188952" cy="0"/>
          </a:xfrm>
        </p:spPr>
        <p:txBody>
          <a:bodyPr/>
          <a:lstStyle/>
          <a:p>
            <a:pPr algn="ctr"/>
            <a:r>
              <a:t>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365760"/>
            <a:ext cx="12188952" cy="0"/>
          </a:xfrm>
        </p:spPr>
        <p:txBody>
          <a:bodyPr/>
          <a:lstStyle/>
          <a:p>
            <a:pPr algn="ctr"/>
            <a:r>
              <a:t>Key Points</a:t>
            </a:r>
          </a:p>
        </p:txBody>
      </p:sp>
      <p:sp>
        <p:nvSpPr>
          <p:cNvPr id="3" name="Content Placeholder 2"/>
          <p:cNvSpPr>
            <a:spLocks noGrp="1"/>
          </p:cNvSpPr>
          <p:nvPr>
            <p:ph idx="1"/>
          </p:nvPr>
        </p:nvSpPr>
        <p:spPr/>
        <p:txBody>
          <a:bodyPr/>
          <a:lstStyle/>
          <a:p>
            <a:pPr>
              <a:defRPr sz="1800"/>
            </a:pPr>
            <a:r>
              <a:t>The course is introductory to psychology and focuses on understanding human nature and the mind.</a:t>
            </a:r>
          </a:p>
          <a:p>
            <a:pPr>
              <a:defRPr sz="1800"/>
            </a:pPr>
            <a:r>
              <a:t>The course aims to explain how people think, feel, and act in the world.</a:t>
            </a:r>
          </a:p>
          <a:p>
            <a:pPr>
              <a:defRPr sz="1800"/>
            </a:pPr>
            <a:r>
              <a:t>The course will explore the scientific approach to understanding human behavior.</a:t>
            </a:r>
          </a:p>
          <a:p>
            <a:pPr>
              <a:defRPr sz="1800"/>
            </a:pPr>
            <a:r>
              <a:t>The course will cover various aspects of human psychology, including brain function.</a:t>
            </a:r>
          </a:p>
          <a:p>
            <a:pPr>
              <a:defRPr sz="1800"/>
            </a:pPr>
            <a:r>
              <a:t>The course will use experiments and evidence to support scientific understanding.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365760"/>
            <a:ext cx="12188952" cy="0"/>
          </a:xfrm>
        </p:spPr>
        <p:txBody>
          <a:bodyPr/>
          <a:lstStyle/>
          <a:p>
            <a:pPr algn="ctr"/>
            <a:r>
              <a:t>Summary</a:t>
            </a:r>
          </a:p>
        </p:txBody>
      </p:sp>
      <p:sp>
        <p:nvSpPr>
          <p:cNvPr id="3" name="Content Placeholder 2"/>
          <p:cNvSpPr>
            <a:spLocks noGrp="1"/>
          </p:cNvSpPr>
          <p:nvPr>
            <p:ph idx="1"/>
          </p:nvPr>
        </p:nvSpPr>
        <p:spPr/>
        <p:txBody>
          <a:bodyPr/>
          <a:lstStyle/>
          <a:p>
            <a:pPr>
              <a:defRPr sz="1800"/>
            </a:pPr>
            <a:r>
              <a:t>The course, introductory to psychology, aims to explain human nature and the mind through a scientific approach. By exploring various aspects of human psychology, including brain function, the course will use experiments and evidence to support scientific understanding. The course will focus on understanding how people think, feel, and act in the world, and how they behave in different situations.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